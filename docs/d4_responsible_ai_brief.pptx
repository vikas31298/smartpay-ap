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028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926080" cy="292608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Bias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09728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SOURCES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2807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size bias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30083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Geographic bias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32095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Historical bias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520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3767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Performance tracking by segment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9684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Drift alerts &amp; quarterly review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1696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Demographic parity testing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0" y="320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Bias Sources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657600" y="86868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868680"/>
            <a:ext cx="1600200" cy="4114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Shape 16"/>
          <p:cNvSpPr/>
          <p:nvPr/>
        </p:nvSpPr>
        <p:spPr>
          <a:xfrm>
            <a:off x="4265676" y="105156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28" y="112471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49040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Size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767328" y="180136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vendors have more training data, skewing model accuracy toward high-volume suppliers.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40680" y="86868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40680" y="868680"/>
            <a:ext cx="1600200" cy="41148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5" name="Shape 21"/>
          <p:cNvSpPr/>
          <p:nvPr/>
        </p:nvSpPr>
        <p:spPr>
          <a:xfrm>
            <a:off x="6048756" y="105156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08" y="112471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532120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550408" y="180136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invoicing patterns differ significantly, causing inconsistent processing.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223760" y="86868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223760" y="868680"/>
            <a:ext cx="1600200" cy="41148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1" name="Shape 26"/>
          <p:cNvSpPr/>
          <p:nvPr/>
        </p:nvSpPr>
        <p:spPr>
          <a:xfrm>
            <a:off x="7831836" y="1051560"/>
            <a:ext cx="384048" cy="384048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112471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15200" y="1527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333488" y="180136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approval patterns may encode existing human biases into decisions.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365760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&amp; Bias Testing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3657600" y="3154680"/>
            <a:ext cx="2514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657600" y="3154680"/>
            <a:ext cx="41148" cy="5669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8" name="Shape 32"/>
          <p:cNvSpPr/>
          <p:nvPr/>
        </p:nvSpPr>
        <p:spPr>
          <a:xfrm>
            <a:off x="3822192" y="3291840"/>
            <a:ext cx="292608" cy="29260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3346704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224528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treatment across vendor sizes (small vs. large)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492240" y="3154680"/>
            <a:ext cx="2514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492240" y="3154680"/>
            <a:ext cx="41148" cy="566928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43" name="Shape 36"/>
          <p:cNvSpPr/>
          <p:nvPr/>
        </p:nvSpPr>
        <p:spPr>
          <a:xfrm>
            <a:off x="6656832" y="3291840"/>
            <a:ext cx="292608" cy="29260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3346704"/>
            <a:ext cx="182880" cy="1828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059168" y="3154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classification regardless of invoice amount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3657600" y="3858768"/>
            <a:ext cx="2514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3657600" y="3858768"/>
            <a:ext cx="41148" cy="566928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8" name="Shape 40"/>
          <p:cNvSpPr/>
          <p:nvPr/>
        </p:nvSpPr>
        <p:spPr>
          <a:xfrm>
            <a:off x="3822192" y="3995928"/>
            <a:ext cx="292608" cy="292608"/>
          </a:xfrm>
          <a:prstGeom prst="ellipse">
            <a:avLst/>
          </a:prstGeom>
          <a:solidFill>
            <a:srgbClr val="2B7A78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7056" y="4050792"/>
            <a:ext cx="182880" cy="1828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224528" y="3858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bias audits using fairness metrics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6492240" y="3858768"/>
            <a:ext cx="2514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6492240" y="3858768"/>
            <a:ext cx="41148" cy="5669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3" name="Shape 44"/>
          <p:cNvSpPr/>
          <p:nvPr/>
        </p:nvSpPr>
        <p:spPr>
          <a:xfrm>
            <a:off x="6656832" y="3995928"/>
            <a:ext cx="292608" cy="292608"/>
          </a:xfrm>
          <a:prstGeom prst="ellipse">
            <a:avLst/>
          </a:prstGeom>
          <a:solidFill>
            <a:srgbClr val="C9A84C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1696" y="4050792"/>
            <a:ext cx="182880" cy="18288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059168" y="38587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A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evaluation across vendor segments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3291840" y="4800600"/>
            <a:ext cx="585216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7" name="Text 47"/>
          <p:cNvSpPr/>
          <p:nvPr/>
        </p:nvSpPr>
        <p:spPr>
          <a:xfrm>
            <a:off x="36576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 |  Ethics &amp; Bias Mitigation</a:t>
            </a:r>
            <a:endParaRPr lang="en-US" sz="800" dirty="0"/>
          </a:p>
        </p:txBody>
      </p:sp>
      <p:sp>
        <p:nvSpPr>
          <p:cNvPr id="58" name="Text 48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028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926080" cy="292608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09728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2560320"/>
            <a:ext cx="2560320" cy="1234440"/>
          </a:xfrm>
          <a:prstGeom prst="rect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633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5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TIER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with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 &amp; audit trail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977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4224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Escalation procedures for AI failures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44256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Fallback to manual if confidence &lt; 50%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6268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Post-incident review &amp; documentation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0" y="320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GDPR Compliance Checklist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657600" y="914400"/>
            <a:ext cx="5029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914400"/>
            <a:ext cx="41148" cy="62179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9728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5196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Lawful Basis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251960" y="12435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legitimate interest for processing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0" y="1627632"/>
            <a:ext cx="5029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0" y="1627632"/>
            <a:ext cx="41148" cy="62179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1051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51960" y="1700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Minimization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251960" y="19568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necessary fields collected and processed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657600" y="2340864"/>
            <a:ext cx="5029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657600" y="2340864"/>
            <a:ext cx="41148" cy="62179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5237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251960" y="24140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Limitation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251960" y="2670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invoice processing use only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57600" y="3054096"/>
            <a:ext cx="5029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0" y="3054096"/>
            <a:ext cx="41148" cy="62179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236976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251960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Limitation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25196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retention policy with auto-purge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3657600" y="3767328"/>
            <a:ext cx="50292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657600" y="3767328"/>
            <a:ext cx="41148" cy="621792"/>
          </a:xfrm>
          <a:prstGeom prst="rect">
            <a:avLst/>
          </a:prstGeom>
          <a:solidFill>
            <a:srgbClr val="3B8C6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950208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25196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Subject Rights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4251960" y="4096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rectification &amp; erasure workflow implemented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3657600" y="4498848"/>
            <a:ext cx="5029200" cy="274320"/>
          </a:xfrm>
          <a:prstGeom prst="rect">
            <a:avLst/>
          </a:prstGeom>
          <a:solidFill>
            <a:srgbClr val="6D2E46">
              <a:alpha val="1000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0" y="4498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EXPLANATION:  NL explanations for all predictions  ·  Feature importance on request  ·  Human override at all decisions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3291840" y="4800600"/>
            <a:ext cx="5852160" cy="3429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5" name="Text 37"/>
          <p:cNvSpPr/>
          <p:nvPr/>
        </p:nvSpPr>
        <p:spPr>
          <a:xfrm>
            <a:off x="36576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 |  Privacy &amp; Governance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AI: Ethics &amp; Bias Mitigation</dc:title>
  <dc:subject>PptxGenJS Presentation</dc:subject>
  <dc:creator>Vikas</dc:creator>
  <cp:lastModifiedBy>Vikas</cp:lastModifiedBy>
  <cp:revision>1</cp:revision>
  <dcterms:created xsi:type="dcterms:W3CDTF">2026-02-06T15:31:11Z</dcterms:created>
  <dcterms:modified xsi:type="dcterms:W3CDTF">2026-02-06T15:31:11Z</dcterms:modified>
</cp:coreProperties>
</file>